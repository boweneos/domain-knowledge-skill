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Claims Handling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Claims must be filed within 30 days.</a:t>
            </a:r>
          </a:p>
          <a:p>
            <a:r>
              <a:t>Documentation requirements include the policy number and incident date.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Notification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Notify the customer in writing within 5 business days.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